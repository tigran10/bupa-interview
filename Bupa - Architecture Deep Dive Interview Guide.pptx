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GUIDE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Deep Dive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Engineering Level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Interview  |  3 Assessment Areas  |  Strong / Average / Weak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07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skills, capabilities and competencies required. Criteria are aligned to our engineering growth profiles.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31720"/>
            <a:ext cx="73152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414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(Strong / Average / Weak)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examples captured against assessment criteria. Use these to calibrate candidate responses.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566160"/>
            <a:ext cx="73152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75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Expectations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at which the candidate demonstrated strongest alignment based on skills, behaviours and experience.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 (5 min intro + 50 min assessment + 5 min Q&amp;A) | Allow 15 min post-interview for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minutes to introduce yourself and make the candidate comfortable.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08760"/>
            <a:ext cx="7132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[candidate's name], welcome! My name is [your name] and I'm a [your role] in [your team].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we'll be doing an Architecture Deep Dive interview. I want to understand the depth and breadth of your technical leadership — how you think about architecture at scale, operational excellence, and long-term technical strategy.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ask you to describe systems you've been responsible for in concrete, specific terms. I'm interested in numbers, trade-offs, and the reasoning behind your architectural decisions — not just high-level overviews.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draw diagrams or use the whiteboard if it helps. We'll save 5 minutes at the end for your questions.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begin.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Strategy at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leadership and depth required to lead delivery of large-scale distributed systems with substantial technical complexity.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high-level architecture of a system your team was responsible for — ideally something with meaningful complexity and scale. Walk me through the key components, data flows and integration points.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the most significant architectural problems or constraints in this system, and how are you planning to or did you resolve them?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your scale, reliability and performance targets? How did those targets drive specific architecture trade-offs?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758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structure the service boundaries in your microservices architecture? What principles guided your domain decomposition?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599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containerisation (e.g. Docker, Kubernetes) and cloud-native patterns influence your architectural decisions?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439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how you handle data consistency across distributed services.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Strategy at Scale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connects technical approach to business problem; layers complexity with well-structured reasoning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scale, reliability and performance targets in concrete numbers tied to architecture trade-offs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architecture in specific terms; comfortable answering deep probing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understanding of key technical characteristics (latency, throughput, consistency, fault tolerance)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collaborating across many teams in driving the technical solution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describe architecture at a reasonable level but lacks depth on specific trade-offs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technical goals at a team level but limited cross-team scope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Collaborates with surrounding teams but doesn't drive the broader direction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trade-offs but impact is limited to own team's technical direction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technical specifics in describing overall architecture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for improvement unrelated to actual system problems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with significant technical scope or complexity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diverts away from technical detail at any level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comfortable discussing high-level concerns; avoids depth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Excellence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in evaluating and applying operational dimensions in an enterprise cloud-native environment: reliability, observability, incident management, cost efficiency, security and disaster recovery.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a specific example of how you improved operational excellence across your teams, particularly in an area that presented notable challenges.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significant production incident you managed. What were the root causes, how did you respond, and what preventative measures did you implement?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define and monitor SLOs across your microservices? How do you use them to drive prioritisation decisions?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758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balance operational improvements with feature delivery and budget constraints?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599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ensure your cloud infrastructure and deployment pipelines met security and compliance standards?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439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approach to disaster recovery. How have you validated your recovery plans?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8280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collaborate across team boundaries (e.g. SRE, Platform, Security) to drive operational improvements?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Excellence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specific techniques, tools and methodologies with measurable outcomes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 data-driven approach using SLOs, error budgets and observability signals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personal impact through thought leadership or direct 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depth in technical details of operational changes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on lessons learned and promotes blameless post-incident culture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Collaborates effectively across org boundaries to achieve operational improvements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good examples of reliability and scale challenges at team level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customer focus and incident handling at a basic level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disaster recovery techniques used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metrics, monitoring and health signals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commentary without specifics, depth or concrete examples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data-driven approach to operational improvement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understand the technical changes that led to improvements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preventative steps taken to avoid repeat incidents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cross-team collaboration on operational improvements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Influence &amp; Direction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the definition and delivery of impactful long-term technical strategies that span teams and shape the evolution of platforms and products.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approaches have you used to define and drive long-term technical strategies for your teams? Walk me through a specific example with a 12+ month horizon.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technical innovation or architectural shift that made a significant long-term change to a system. How did you drive it to completion?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sequence the migration or evolution to manage risk and deliver incremental value?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758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bring multiple teams of engineers along on the journey and address resistance?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599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metrics did you set, and how did you validate your technical approach along the way?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439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balance non-functional requirements (cost, performance, security, resilience) with business delivery?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Influence &amp; Direction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technical vision of significant complexity over a 12+ month timeframe with multi-step execution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concrete examples of organisational and process changes driven by the 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clearly communicated, with decisions impacting multiple teams or the whole organisation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key architects and tech leads across areas to define technical strategy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success metrics and relates them to the chosen technical approach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significantly in a specific domain to a larger strategy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strategies on a 6-12 month timeframe aligned to broader goals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concrete steps in executing the strategy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impact of non-functional requirements on business goals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examples of clear impact at the organisational level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consider business/customer value when planning long-term projects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strategy in vague terms that are hard to clarify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hierarchy or top-down mandates to affect change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describe a complex or long-running change initiative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Expectations — Architecture Deep Dive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3749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374904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50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technical goals at team level with deep expertise in systems of limited scope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solutions contributing to broader organisational goals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Collaborates with surrounding teams on the technical approach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understanding of trade-offs with material impact on team's technical direction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strategies on 6-12 month timeframe aligned to broader org goals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good examples of reliability and operational challenges at team scope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3749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77240"/>
            <a:ext cx="3749040" cy="4572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850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325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0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Senior Manager expectations, plus: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understanding of key technical characteristics across the department's systems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discussing architecture trade-offs across department or organisation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971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business domain metrics and how architecture supports them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top-level objectives for large-scale technical solutions and works with architects to define strategy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4069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identifies areas of operational improvement across a broad range of dimensions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after the interview. Rate each area and capture specific evidence.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73152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Evidence /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Strategy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Excellence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Influence &amp; 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Maybe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No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Name: ___________________________      Interviewer: ___________________________      Date: ______________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solidFill>
            <a:srgbClr val="F1F5F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Guide - Architecture Deep Dive Interview</dc:title>
  <dc:subject>PptxGenJS Presentation</dc:subject>
  <dc:creator>Bupa Engineering</dc:creator>
  <cp:lastModifiedBy>Bupa Engineering</cp:lastModifiedBy>
  <cp:revision>1</cp:revision>
  <dcterms:created xsi:type="dcterms:W3CDTF">2026-03-11T12:55:12Z</dcterms:created>
  <dcterms:modified xsi:type="dcterms:W3CDTF">2026-03-11T12:55:12Z</dcterms:modified>
</cp:coreProperties>
</file>