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GUIDE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 &amp;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Depth Interview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 / Senior Engineering Manager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Interview  |  3 Assessment Areas  |  Strong / Average / Weak Scoring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This Guide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123444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868680"/>
            <a:ext cx="73152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9144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Process — Technical Assessment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6187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interview is one part of the technical assessment. The full process includes: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System Design &amp; Technical Depth Interview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guide) — 60 min live design conversation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Pairing Exercise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20-30 min hands-on coding/debugging session (separate guide)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28600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591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Live Design Conversation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'tell me about your past project' interview. Present the candidate with a scenario and watch them design in real time. Probe their thinking, challenge their assumptions, push into production concerns.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291840"/>
            <a:ext cx="73152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649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(Strong / Average / Weak)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around pragmatism, modern patterns, and production-first thinking. A strong candidate builds just enough, instruments everything, and thinks about failure from the start.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297680"/>
            <a:ext cx="73152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3708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Really Testing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6634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build systems that work in production — not just on a whiteboard? Do they stay focused, avoid overbuilding, think about observability and data from day one?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5 minutes to set the stage. This is not a whiteboard algorithm exercise.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5661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463040"/>
            <a:ext cx="7132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[candidate's name], welcome! My name is [your name] and I'm a [your role].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we're going to do a system design conversation. This is not a whiteboard algorithm test — I want to understand how you think about building real systems that run in production.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going to present you with a problem. I'd like you to think out loud as you design a solution. Ask me clarifying questions — that's encouraged. I'll push back on things, ask you to go deeper in certain areas, and challenge some of your assumptions. That's normal and expected.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care about pragmatism over perfection. I'm looking for someone who builds just enough, thinks about what can go wrong, and knows how to make systems observable and supportable.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sketch, use a whiteboard, or just talk through it. Whatever helps you think.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Ready? Let's go.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Scenario — Present to Candidate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7680960" cy="2194560"/>
          </a:xfrm>
          <a:prstGeom prst="rect">
            <a:avLst/>
          </a:prstGeom>
          <a:solidFill>
            <a:srgbClr val="ECFE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73152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8412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build a real-time notification and alerting platform. The system needs to process events from multiple upstream services (e.g. customer actions, system health signals, third-party integrations), apply rules to determine which notifications to send, and deliver them through multiple channels (email, SMS, push, in-app).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needs to handle bursty traffic (10x normal load during peak), support different priority levels (critical alerts vs. marketing), and provide full visibility into delivery status and failures.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this system. Start wherever feels natural — I'll guide you into areas I want to explore deeper.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NOTES — Do not share with candidate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drive the initial design. Don't interrupt for the first 3-5 minutes — see where they go naturally.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candidates will ask clarifying questions before jumping in (scale numbers, SLAs, team size, existing infrastructure).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them towards production concerns if they stay too high-level: "How would you monitor this?" "What breaks first at 10x load?"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overbuild (event sourcing + CQRS + saga pattern for a notification system), challenge them: "Do we need all of this on day one?"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scenario to their experience — if they mention healthcare or insurance domain knowledge, lean into it.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50749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swap this scenario for any equivalent (e.g. claims processing pipeline, appointment scheduling engine, audit trail system).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System Design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candidate decomposes a problem, makes trade-offs, structures services, and designs for the real world — not the whiteboard.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QUESTIONS — Use to steer the conversation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the key components. What are the service boundaries and why did you draw them there?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22199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data flow through the system? Where are the synchronous vs. asynchronous boundaries?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6090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downstream email/SMS provider is slow or down? How does your system handle backpressure?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09981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mentioned [X technology] — why that over alternatives? What trade-offs are you making?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5387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data model look like? How do you handle schema evolution as requirements change?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approach this if you had a team of 4 engineers and 3 months? What do you build first vs. defer?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480560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jump straight into implementation without asking a single clarifying question, that's a signal they build before they think.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System Design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clarifying questions before designing: scale, SLAs, team size, constraints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9738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into clear service boundaries with well-reasoned domain separation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async vs. sync boundaries naturally; uses message queues/event streams where appropriate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13182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about failure modes from the start: retries, dead-letter queues, circuit breakers, idempotency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incrementally — builds the simplest thing that works, then layers complexity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3662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articulate clear trade-offs for every technology choice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reasonable design but doesn't explore failure modes without prompting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appropriate technologies but can't deeply justify choices over alternatives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some async patterns but misses backpressure or retry concerns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is functional but doesn't show incremental thinking — presents a 'final state'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28016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to implementation without asking any clarifying questions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02082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Overbuilds dramatically: event sourcing + CQRS + saga for a notification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27614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explain trade-offs; picks technologies because 'that's what we used'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50215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consideration of failure modes, retries, or what happens when things break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42428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a monolith or single point of failure without recognising 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Maturity &amp; Production Thinking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make systems observable, supportable and resilient. This is where you separate engineers who've run production systems from those who've only built them.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QUESTIONS — Push into production concerns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know this system is healthy? Walk me through your observability strategy — what metrics, traces, and logs matter?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22199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SLOs would you define for this system? How would you use error budgets to make prioritisation decisions?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6090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notification is sent but the customer says they never received it. How do you trace the issue end-to-end?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09981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2am, your on-call engineer gets paged. What does the runbook look like? What self-healing mechanisms are in place?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5387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deploy changes to this system safely? Walk me through your release strategy.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handle the 10x traffic burst? What breaks first, and how do you prevent cascading failures?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480560"/>
            <a:ext cx="54864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FLAG: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mention observability, SLOs, or alerting before you ask — they think production-first. That's exactly what we want.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Maturity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Discusses observability as a first-class concern: structured logging, distributed tracing, meaningful dashboards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9738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SLOs tied to user experience, not just uptime; understands error budgets as a prioritisation tool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self-healing patterns: auto-scaling, circuit breakers, graceful degradation, dead-letter queue reprocessing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13182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clear deployment strategy: canary/blue-green, feature flags, progressive rollout with automated rollback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about on-call experience: runbooks, alert fatigue, actionable alerts vs. noise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3662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issues end-to-end across service boundaries with correlation IDs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observability matters but describes basic logging/monitoring without depth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define SLOs when prompted but doesn't connect them to engineering decisions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circuit breakers or retries but can't explain configuration trade-offs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some deployment automation but relies on manual steps for rollback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28016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is an afterthought: 'we'd add logging later'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02082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concept of SLOs, error budgets, or quantitative reliability targets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27614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self-healing patterns; relies on manual intervention for all failure scenarios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50215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 is 'deploy to prod and hope' — no canary, no rollback plan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42428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trace an issue across services; debugging strategy is 'check the logs'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Engineering &amp; Modern Patterns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instrument by default? Do they know what to measure and why? Do they use data to make engineering decisions — not just gut feel?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metrics would you instrument from day one? How do you decide what's worth measuring vs. what's noise?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25856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use feature flags in this system? Walk me through a progressive rollout for a risky change.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34056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ensure cost efficiency? What signals tell you a service is over-provisioned or under-provisioned?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09544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needed to validate whether a new routing algorithm improved delivery rates, how would you approach it?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68503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think about async patterns in this design — event-driven, pub/sub, message queues? Where do they add value vs. unnecessary complexity?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7680960" cy="77724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20624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51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PRAGMATISM CHECK: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candidate knows when </a:t>
            </a:r>
            <a:pPr indent="0" marL="0">
              <a:buNone/>
            </a:pPr>
            <a:r>
              <a:rPr lang="en-US" sz="11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 complexity. If they're reaching for Kafka, ask if a simple message queue would work. If they want event sourcing, ask what problem it solves that a database doesn't.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Engineering &amp; Modern Patterns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from day one: RED metrics (Rate, Errors, Duration), business KPIs, and infrastructure signals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9738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feature flags for progressive rollout; understands percentage-based, user-segment, and kill-switch patterns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Cost-aware: monitors resource utilisation, right-sizes containers, understands cloud cost drivers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13182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experiments and A/B tests to validate engineering decisions with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async patterns appropriately: event-driven for decoupling, queues for backpressure, pub/sub for fan-out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3662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NOT to add complexity — can justify simplicity as a deliberate choice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key metrics but misses business-level signals or treats them as separate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 of feature flags but hasn't used them for progressive rollout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cost awareness but doesn't actively monitor or optimise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async patterns but can't clearly explain when sync would be better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28016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instrumentation strategy; 'we'd figure out metrics later'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02082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directly to 100% of users with no progressive rollout or kill switch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27614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awareness of cost implications; designs without considering resource consumption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50215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async patterns everywhere without justification, or uses none at all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42428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describe how they'd validate whether a change improved outcomes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Expectations — System Design &amp; Technical Depth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3749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374904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50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clean, pragmatic design that addresses the core requirements without overbuilding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appropriate service boundaries and can explain the reasoning behind them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about observability, deployment and failure modes with prompting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modern patterns (async messaging, containerisation, feature flags) appropriately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cost awareness and can discuss infrastructure trade-offs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describe how they'd staff and sequence delivery of the solution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4297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going deep in at least one domain (e.g. messaging, data, infrastructure)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3749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777240"/>
            <a:ext cx="3749040" cy="4572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850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ENGINEERING MANAGER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2801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0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Engineering Manager expectations, plus: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1783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with cross-team implications in mind: shared services, platform capabilities, API contracts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286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raises observability, SLOs and self-healing before being asked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7889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depth across multiple domains (not just one comfort zone)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3291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Discusses evolutionary architecture: how the system changes as the business scales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3794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organisational context: how team structure maps to system boundaries (Conway's Law)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4297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the scenario requirements if they spot missing constraints or flawed assumptions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 Design Scenarios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scenarios between candidates to prevent rehearsed answers. All scenarios test the same core competencies.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Real-Time Claims Processing Pipeline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system that ingests insurance claims from multiple channels, validates them against policy rules, routes for manual review when needed, and provides real-time status tracking to customers and agents.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</a:t>
            </a:r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architecture, rule engines, async processing, audit trails, data consistency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Appointment Scheduling &amp; Capacity Platform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scheduling platform that manages appointment availability across hundreds of providers, handles concurrent bookings without double-booking, sends reminders, and dynamically adjusts capacity based on demand.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9443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</a:t>
            </a:r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control, distributed locking, capacity planning, notification delivery, caching strategies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768096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Customer Data Platform &amp; Event Stream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platform that captures customer interactions from web, mobile, call centre and in-person channels, builds a unified customer profile, and enables real-time personalisation and analytics.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3995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</a:t>
            </a:r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streaming, data pipeline architecture, schema evolution, GDPR/privacy, read vs. write optimisation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3891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API Gateway &amp; Service Mesh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API gateway layer for a microservices platform with 50+ services. Handle authentication, rate limiting, request routing, circuit breaking, and provide a self-service developer portal.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50474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</a:t>
            </a:r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design, service mesh patterns, security, rate limiting, developer experience, infrastructure as code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after the interview. Rate each area and capture specific evidence.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731520"/>
                <a:gridCol w="73152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Evidence /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System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Maturity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Maybe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No 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Used: ___________________________      Candidate Name: ___________________________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Interviewer: ___________________________      Date: ______________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Notes: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solidFill>
            <a:srgbClr val="F1F5F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Guide - System Design &amp; Technical Depth Interview</dc:title>
  <dc:subject>PptxGenJS Presentation</dc:subject>
  <dc:creator>Bupa Engineering</dc:creator>
  <cp:lastModifiedBy>Bupa Engineering</cp:lastModifiedBy>
  <cp:revision>1</cp:revision>
  <dcterms:created xsi:type="dcterms:W3CDTF">2026-03-11T13:17:14Z</dcterms:created>
  <dcterms:modified xsi:type="dcterms:W3CDTF">2026-03-11T13:17:14Z</dcterms:modified>
</cp:coreProperties>
</file>