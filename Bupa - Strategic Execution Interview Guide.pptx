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GUIDE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Execution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Engineering Manager Level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Interview  |  3 Assessment Areas  |  Strong / Average / Weak Scoring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This Guide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070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skills, capabilities and competencies required for the role. Criteria are aligned to our engineering growth profiles.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331720"/>
            <a:ext cx="73152" cy="1051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414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(Strong / Average / Weak)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examples captured against assessment criteria. Use these to calibrate candidate responses objectively.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566160"/>
            <a:ext cx="73152" cy="1051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758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Expectations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0233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level at which the candidate demonstrated strongest alignment based on skills, behaviours and experience.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 minutes (5 min intro + 45 min assessment + 10 min candidate Q&amp;A) | Allow 15 min post-interview for feedback.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5 minutes to introduce yourself and make the candidate comfortable.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08760"/>
            <a:ext cx="7132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[candidate's name], welcome! My name is [your name] and I work in the [your team] team.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we'll be doing a Strategic Execution interview. The purpose is to understand how you make strategic decisions, deliver complex initiatives across teams, and influence technical direction at scale.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ask you to walk me through real examples — ideally recent and with meaningful complexity. I'm looking for how you think about trade-offs, metrics, dependencies and stakeholder alignment.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ask clarifying questions at any time. We'll save roughly 10 minutes at the end for your questions.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Decision Making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understand and manage business goals, KPIs and metrics to make decisions that create positive impact for the team, department or company.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a product or platform initiative where you were a key decision maker. What was the business opportunity, and how did you define and measure success?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engineering KPIs and metrics did you track, and how did they influence your decisions? How did you balance leading vs. lagging indicators?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critical technical or strategic decision you had to make during delivery. How did you weigh the trade-offs and what was the outcome?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hold teams with different tech stacks or maturity levels accountable to consistent quality standards?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1788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tie engineering uplift work (e.g. reducing tech debt, improving CI/CD) back to measurable business outcomes?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5628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back, what would you do differently and what key lessons did you take forward?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Decision Making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understanding of business goals; clearly articulates OKRs and success metrics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9738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concrete metrics (DORA, cycle time, SLOs, etc.) to drive decisions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defining and upholding quality standards across teams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13182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engineering investment to improved business outcomes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examples of decisions that positively influenced cross-team outcomes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3662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risks early through effective monitoring of metrics and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 metrics usage but connection to business outcomes is loose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awareness of preventive and responsive strategies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general frameworks rather than specific, tailored approaches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examples of driving quality but lacks a systematic approach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quality as someone else's problem (e.g. 'testing team handles it')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compelling examples of uplifting engineering practices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manual testing; no automation strategy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connect engineering work to business value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Delivering Impact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manage multiple work streams, deliver customer value incrementally with velocity, and drive engineering practices that scale.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how you've planned and tracked progress across multiple concurrent work streams. How did you structure teams and processes to deliver effectively?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a time a major initiative fell behind schedule. How did you detect it, what did you do, and what was the outcome?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make trade-offs between speed, quality and technical debt? Give me a specific example.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track and manage cross-team dependencies in a microservices environment?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1788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engineering processes have you introduced or improved (e.g. sprint planning, release strategies, feature flags)?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5628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decide when to delegate execution vs. when to get directly involved?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Delivering Impact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how they set the team up for success from the start and course-corrected throughout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9738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Articulates the business problem clearly; understands customer and business 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walk through engineering processes and improvements made over time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13182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effective delegation to managers and senior 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dependencies proactively with clear communication and alignment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3662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speed and quality thoughtfully with concrete examples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Discusses execution details at a high level with some understanding of planning and estimation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Considers trade-offs but applies general frameworks rather than tailored approaches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 steady approach to processes with some opportunities for improvement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 dependency management at a basic level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Micro-manages (attends all standups, makes all decisions) without recognising the anti-pattern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that don't scale (e.g. 15 people in standups, hour-long planning with entire team)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Over-relies on senior team members to fix issues rather than planning ahead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Dogmatic about approaches ('there is only one possible option')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Influence &amp; Direction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influence the technical direction for the team, department or organisation, and effectively work with dependency teams and stakeholders.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a time you had to influence key stakeholders to adopt a new strategic direction or technical approach, while tolerating risk. How did you build buy-in?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situation where two teams or departments wanted different things. How did you align them on a shared outcome?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build a sense of shared ownership and accountability among dependent teams for product outcomes?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metrics or indicators do you use to evaluate cross-team collaboration and alignment?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1788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navigate conflicts and disagreements while maintaining trust?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5628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approach building relationships across organisational boundaries?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Influence &amp; Direction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specific program goals and ties them to business OKRs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9738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alignment in complex situations across teams and departments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correct level of rigour based on risk and impact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13182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 how they managed dependencies and unblocked teams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Articulates challenges, conflicts and how they were resolved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3662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Fosters a collaborative and inclusive environment across boundaries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 present their own perspective in disagreements but still developing skills in considering alternatives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Engages stakeholders where needed, with potential to be more proactive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manages responsibilities within immediate scope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alignment through clear direction but could incorporate more collaborative approaches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articulate learnings from conflicts or difficult situations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bought into company decisions; finger-pointing rather than resolving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not tied to business objectives; can't explain why work mattered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Exclusively uses top-down authority; no collaboration or openness to alternatives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Expectations — Strategic Execution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3749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3749040" cy="4572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850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ENGINEERING MANAGER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objectives across multiple work streams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Considers department goals when making trade-offs across teams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decisions as a trusted tie-breaker where alignment cannot be achieved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Influences medium-to-long-term technical strategy for their team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520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across departmental boundaries on common goals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deep understanding of their team's systems and how they fit into broader platforms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37490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777240"/>
            <a:ext cx="3749040" cy="4572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85039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OF ENGINEERING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3258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0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Senior Manager expectations, plus: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874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department and/or company-level objectives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4231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prioritises and makes trade-offs across the department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29718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goals of multiple departments in critical cross-org trade-offs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35204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long-term technical strategy for the department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40690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complex dependencies beyond team (funding, resourcing, cross-functional stakeholders)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Sheet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after the interview. Rate each area and capture specific evidence.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731520"/>
                <a:gridCol w="731520"/>
                <a:gridCol w="3474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Evidence /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Decision Making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Delivering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 &amp; Direction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Recommendation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Hire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Maybe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No Hire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Name: ___________________________      Interviewer: ___________________________      Date: ______________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Notes: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4846320"/>
            <a:ext cx="7680960" cy="228600"/>
          </a:xfrm>
          <a:prstGeom prst="rect">
            <a:avLst/>
          </a:prstGeom>
          <a:solidFill>
            <a:srgbClr val="F1F5F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Guide - Strategic Execution Interview</dc:title>
  <dc:subject>PptxGenJS Presentation</dc:subject>
  <dc:creator>Bupa Engineering</dc:creator>
  <cp:lastModifiedBy>Bupa Engineering</cp:lastModifiedBy>
  <cp:revision>1</cp:revision>
  <dcterms:created xsi:type="dcterms:W3CDTF">2026-03-11T12:55:12Z</dcterms:created>
  <dcterms:modified xsi:type="dcterms:W3CDTF">2026-03-11T12:55:12Z</dcterms:modified>
</cp:coreProperties>
</file>