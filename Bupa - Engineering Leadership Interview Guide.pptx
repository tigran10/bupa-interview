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GUIDE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6459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Leadership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Management Interview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/ Senior Principal Engineer Level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4114800"/>
            <a:ext cx="22860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Interview  |  3 Assessment Areas  |  Strong / Average / Weak Scoring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Use This Guide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73152" cy="1051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Criteria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skills and competencies required for the role. Criteria are aligned to our engineering growth profiles.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317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31720"/>
            <a:ext cx="73152" cy="10515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4144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(Strong / Average / Weak)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examples captured against assessment criteria. Use these to calibrate candidate responses objectively.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6616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566160"/>
            <a:ext cx="73152" cy="10515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75888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Expectations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Expectations for Principal and Senior Principal levels. Use to determine strongest alignment.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617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 (5 min intro + 45 min assessment + 10 min Q&amp;A) | Allow 30 min post-interview for feedback.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5 minutes to introduce yourself and make the candidate comfortable.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329184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508760"/>
            <a:ext cx="71323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 [candidate's name], welcome! My name is [your name] and I'm a [your role] in [your team].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we'll be doing an Engineering Leadership &amp; Management interview. The purpose is to assess your ability to drive business outcomes through cross-team initiatives, uplift engineering craft, and define long-term technical strategy.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I'll ask you to walk me through real examples from your experience. I'm looking for scope, complexity, measurable impact and how you influenced others to achieve results.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clarifying questions. We'll save about 10 minutes at the end for your questions.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get started.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Important: AI &amp; Code Completion Tools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7680960" cy="201168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822960"/>
            <a:ext cx="73152" cy="20116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Currently, we do not allow candidates to use AI tools and technologies for our assessments, including integrations within their IDE such as auto-pilot or copilot.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5087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that AI is being used may include: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 auto-completion prompts appearing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 chunks of code being pasted 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Inability to explain code or reasoning behind decisions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Switching between devices or screens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Outcomes-focused leadership: driving cross-functional collaboration, managing scope and complexity, making sound decisions with clear trade-offs, and delivering measurable business results.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an example of how you drove a high-impact, cross-team initiative to achieve a business objective. Walk me through the scope, stakeholders and your role.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the key technical and organisational challenges you faced, and how did you address them?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trade-offs did you have to consider, and how did you make those decisions?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216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track and measure success? What metrics or OKRs did you tie this to?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056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resolve conflicts between teams or departments?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did you need to influence outside your direct team, and how did you approach that?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87375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were to do it again, what would you do differently?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Impact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alignment in complex situations with multiple stakeholders across departments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program-level technical blockers and resolves them proactively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correct level of rigour based on risk and impact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projects spanning multiple teams and quarters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identifies project goals tied to business OKRs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approach to measuring and communicating success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involves primarily local teams with limited cross-boundary impact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describe challenges and trade-offs at a basic level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examples of measuring success but not deeply data-driven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led multi-team projects but with limited complexity or duration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Exclusively uses top-down authority to drive alignment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data-driven success measures; can't quantify impact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not tied to business objectives; can't explain why work mattered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Wasn't involved in technical solutioning or unaware of trade-offs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Faced no significant challenges (suggests limited scope or self-awareness)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Growth &amp; Engineering Craft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efficiency, raising the bar on engineering practices, influencing effective team design, and mentoring/coaching engineers to senior levels.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examples of practices or initiatives you've implemented to raise the engineering bar across your team or department. What was the measurable impact?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identify engineers with leadership potential, and how do you support their growth into senior or staff roles?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roll out the change and support the team in meeting the new bar?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216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tie engineering uplift work to improved business outcomes?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056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measure and maintain the improvement over time?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process or methodology improvements have had the most impact on your teams?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Growth &amp; Engineering Craft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Spotlights opportunities for investment to improve ways of working with measurable outcomes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189738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mentors and grows engineers to senior levels (seeks mentees, sets career goals)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51460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measurable engineering expectations and provides support across the department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13182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 engineering uplift to improved business outcomes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and drives technical best practices at department or organisation level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366260"/>
            <a:ext cx="219456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Systematically improves productivity across teams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5" name="Text 13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mentored individuals but hasn't driven a wider plan for improving the department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examples of improving engineering practices at team level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mentoring, presents at internal events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improving productivity but at limited scope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08076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clear on why engineering uplift was important; can't connect to business value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compelling examples of uplifting engineering practices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unable to influence change beyond their immediate team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of mentoring, coaching or developing other engineers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Thinking &amp; Future Focus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58000" y="228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 MIN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problems for the long term, driving change looking ~3 years ahead, turning strategy into incremental deliverables, and aligning stakeholders on technical direction.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me through an example of when you defined a long-term technical strategy that aligned to business strategy. What was the problem, the approach, and the outcome?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influence senior stakeholders to buy into your proposal? What process did you use to identify the problem and plan the strategy?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33756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criteria or metrics did you identify? How were these measured over time?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72160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there trade-offs you had to consider between short-term delivery and long-term goals?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41056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strategy was implemented, how was the technical evolution managed as business needs changed?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489704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you account for both organic growth and step-changes in scale?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Thinking &amp; Future Focus — Signals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long-term strategy that informs the department's incremental deliverables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stakeholders on long-term strategy, leading to prioritisation changes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for both organic growth and step-changes in 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long-term technical evolution incrementally rather than big-bang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domain expertise and up-to-date industry knowledge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12801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drives plans for future risks or opportunities within a 12-month horizon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0574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technical evolution of systems within their group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74720" y="2834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 for multiple teams balancing customer and business needs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evidence of strategic thinking but limited to shorter timeframes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777240"/>
            <a:ext cx="246888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0" y="822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080760" y="1280160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long-term changes as big-bang rather than incrementally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80760" y="2020824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explain why the initiative was important to the business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2761488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Unsuccessful at aligning stakeholders and changing priorities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80760" y="3502152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provides examples of short-term thinking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4242816"/>
            <a:ext cx="2194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domain expert; unable to speak to current industry trends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 Expectations — Engineering Leadership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77240"/>
            <a:ext cx="24688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777240"/>
            <a:ext cx="2468880" cy="411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ENGINEER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planning and delivery for a multi-month project across multiple systems and teams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2296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improving engineering effectiveness within their group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 in mentoring, coaching and presenting at internal events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drives plans within 12-month horizon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direction for multiple teams balancing customer and business needs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37560" y="777240"/>
            <a:ext cx="24688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777240"/>
            <a:ext cx="2468880" cy="411480"/>
          </a:xfrm>
          <a:prstGeom prst="rect">
            <a:avLst/>
          </a:prstGeom>
          <a:solidFill>
            <a:srgbClr val="ECFE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ENGINEER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multi-quarter high-impact initiative spanning multiple systems and departments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900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step-change initiatives ensuring incremental delivery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900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and drives engineering uplift across their department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900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and drives technical best practices into department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2900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technical strategy looking ~3 years ahead for their department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0" y="777240"/>
            <a:ext cx="246888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0" y="777240"/>
            <a:ext cx="2468880" cy="4114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22" name="Text 20"/>
          <p:cNvSpPr/>
          <p:nvPr/>
        </p:nvSpPr>
        <p:spPr>
          <a:xfrm>
            <a:off x="6035040" y="84124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PRINCIPAL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12801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complex multi-quarter initiative involving multiple departments with engineering craft uplift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35040" y="1965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complex decisions impacting multiple departments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0" y="26517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Multiplies impact by coaching other technical leaders across the business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035040" y="33375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technical strategy ~3 years ahead for their business area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4023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programs of work impacting organisational processes that scale across the company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Sheet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this after the interview. Rate each area and capture specific evidence.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731520"/>
                <a:gridCol w="731520"/>
                <a:gridCol w="731520"/>
                <a:gridCol w="3200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Assessment Area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Evidence / 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Growth &amp; Engineering Craft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Thinking &amp; Future 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</a:rPr>
                        <a:t>☐</a:t>
                      </a:r>
                      <a:endParaRPr lang="en-US" sz="14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 Recommendation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Maybe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☐ No Hire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Name: ___________________________      Interviewer: ___________________________      Date: ______________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3152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Notes: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31520" y="4846320"/>
            <a:ext cx="7680960" cy="228600"/>
          </a:xfrm>
          <a:prstGeom prst="rect">
            <a:avLst/>
          </a:prstGeom>
          <a:solidFill>
            <a:srgbClr val="F1F5F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Guide - Engineering Leadership &amp; Management Interview</dc:title>
  <dc:subject>PptxGenJS Presentation</dc:subject>
  <dc:creator>Bupa Engineering</dc:creator>
  <cp:lastModifiedBy>Bupa Engineering</cp:lastModifiedBy>
  <cp:revision>1</cp:revision>
  <dcterms:created xsi:type="dcterms:W3CDTF">2026-03-11T12:55:12Z</dcterms:created>
  <dcterms:modified xsi:type="dcterms:W3CDTF">2026-03-11T12:55:12Z</dcterms:modified>
</cp:coreProperties>
</file>