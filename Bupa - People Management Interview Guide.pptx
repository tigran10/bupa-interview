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GUIDE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Management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Engineering Manager Level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Interview  |  3 Assessment Areas  |  Strong / Average / Weak Scoring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This Guide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73152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070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skills, capabilities and competencies required to do the role successfully. Criteria are aligned to our engineering growth profiles.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331720"/>
            <a:ext cx="73152" cy="10515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414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(Strong / Average / Weak)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examples captured against assessment criteria from the interview. Use these to calibrate candidate responses objectively.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566160"/>
            <a:ext cx="73152" cy="10515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758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Expectations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40233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level at which the candidate demonstrated strongest alignment based on their skills, behaviours and experience.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617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 minutes (5 min intro  +  45 min assessment  +  5 min candidate Q&amp;A  +  5 min buffer)  |  Allow 15 min post-interview for feedback.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5 minutes to introduce yourself and make the candidate comfortable.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08760"/>
            <a:ext cx="7132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[candidate's name], welcome! My name is [your name] and I work in the [your team] team.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we'll be doing a People Management interview. The purpose of this conversation is to understand how you build and lead high-performing engineering teams, manage performance, and develop your people.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ask you to walk me through real examples from your experience. There are no trick questions — I'm looking for depth, specifics, and the reasoning behind your decisions.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free to ask clarifying questions at any time. We'll save roughly 5 minutes at the end for any questions you have for us.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High-Performing Teams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228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teams that are effective, engaged and efficient through monitored team health, deliberate hiring and clear goal-setting.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you've built or restructured an engineering team to maximise delivery and collaboration. What was your approach to team composition?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ensure team members stay motivated and engaged, particularly in a distributed or hybrid working environment?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how you measure and monitor team health. What signals do you track and how do you respond when something is off?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PROMPTS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hiring strategies do you use to ensure the right mix of skills and diversity of thought?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hold recursive layers of management accountable towards overarching team goals?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share an initiative you introduced that measurably improved team morale or productivity?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High-Performing Teams — Signals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246888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articulates a definition of success for building and maintaining healthy teams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Considers team composition deliberately — embraces diversity of thought, skill and experience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challenging but achievable goals at individual and team level; celebrates wins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concrete examples of retrospectives, cross-functional feedback loops or learning rituals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clear framework for building team health (e.g. team missions, autonomy, engagement surveys)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251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health signals proactively and addresses concerns promptly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777240"/>
            <a:ext cx="246888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280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some understanding of team health but relies mostly on intuition rather than 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managed teams effectively but lacks a systematic framework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017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early signals of community building (e.g. social events, peer support)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describe team goals but connection to broader org objectives is loose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777240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1280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identify a situation where they needed to build or shift a team's health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unrealistic expectations or does not set the team up for success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3017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employ team rituals to monitor and support healthy teams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of adapting management style for remote/distributed teams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Management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228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a continuous process of improving performance by setting individual and team goals aligned to the strategic goals of the organisation.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a time you managed a team member with sustained performance issues. How did you identify the problem, what steps did you take, and what was the outcome?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situation where a team member believed they were ready for promotion but hadn't yet met the bar. How did you handle that conversation?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use data or metrics to identify and address performance gaps within your teams?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PROMPTS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how you calibrate performance across your organisation. How do you ensure fairness?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decide when to invest more coaching versus moving towards an exit conversation?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lessons have you taken from managing underperformers that shaped your approach going forward?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Management — Signals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246888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ability to give direct feedback, set clear expectations, and have difficult conversations with empathy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experience managing underperformers through a structured improvement process, with documented outcomes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data to identify productivity gaps and measure improvement over time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Calibrates performance of reports/org vs. others; understands relative strengths and weaknesses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4206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guided team members through performance improvement and, when necessary, managed exits with dignity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777240"/>
            <a:ext cx="246888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1280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and addresses performance issues but may lack a structured process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give feedback but avoids the hardest conversations or delays action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3017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experience with improvement plans but has not facilitated a departure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performance management as important but views it primarily as negative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777240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80760" y="1280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never managed a team member through a performance issue or facilitated an exit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performance management as purely negative; no constructive framing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3017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 ownership or accountability for poor-performing teams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articulate how they've improved individual or team productivity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Development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228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in and developing individuals, teams and organisational growth through career support, skills development and knowledge sharing.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identify the development needs of your team members? Walk me through a specific example of a development plan you created and its impact.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a time you helped an individual contributor transition into a management role. What made them a good candidate, and how did you support the transition?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create development opportunities for senior or high-performing engineers who may not want a management track?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PROMPTS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your approach to career development differ for junior engineers versus senior/staff engineers?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strategies have you used to address skills gaps within your organisation?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bring external industry learnings back into your teams?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Development — Signals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246888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identifies development opportunities and measures their impact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career paths that align individual aspirations with organisational goals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skills gap analysis and provides targeted learning tools and opportunities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strong frameworks for growing people; can identify common patterns and mistakes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successfully grown ICs into managers and can articulate what made them ready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251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external industry learnings back into the organisation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777240"/>
            <a:ext cx="246888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280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some understanding of productivity improvement with basic examples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introduced at least one initiative to improve ways of working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017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learns from the broader department and brings insights back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describe different career support for junior vs. senior engineers at a basic level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777240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1280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proactively support the professional development of their team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not implemented improved ways of working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3017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experience progressing team members to the next level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measures in place for career growth (no mentorship, training, knowledge sharing)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Expectations — People Management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37490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3749040" cy="45720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8503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ENGINEERING MANAGER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for their team's health by proactively driving remediation actions, fostering inclusion and improving effectiveness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clear expectations and uses them for timely feedback and coaching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low performers early; creates growth plans; manages exits with empathy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971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introduced initiatives to improve productivity and ways of working within their team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5204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strategies to address learning gaps within their team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clearly describe different career support needed by junior vs. senior engineers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777240"/>
            <a:ext cx="37490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777240"/>
            <a:ext cx="3749040" cy="4572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8503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ENGINEERING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3258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0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Senior Manager expectations, plus: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1874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around negative engagement signals across multiple dimensions at department level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4231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identifies opportunities to improve department health, inclusion and effectiveness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2971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learns from broader industry and brings insights back to the organisation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35204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high-potential talent and grows them into managers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40690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strong philosophies or frameworks for nurturing individuals at scale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Sheet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after the interview. Rate each area and capture specific evidence.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731520"/>
                <a:gridCol w="731520"/>
                <a:gridCol w="3474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Evidence / 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High-Performing Teams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Recommendation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Hire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Maybe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No Hire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Name: ___________________________      Interviewer: ___________________________      Date: ______________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Notes: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4846320"/>
            <a:ext cx="7680960" cy="228600"/>
          </a:xfrm>
          <a:prstGeom prst="rect">
            <a:avLst/>
          </a:prstGeom>
          <a:solidFill>
            <a:srgbClr val="F1F5F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Guide - People Management Interview</dc:title>
  <dc:subject>PptxGenJS Presentation</dc:subject>
  <dc:creator>Bupa Engineering</dc:creator>
  <cp:lastModifiedBy>Bupa Engineering</cp:lastModifiedBy>
  <cp:revision>1</cp:revision>
  <dcterms:created xsi:type="dcterms:W3CDTF">2026-03-11T12:49:09Z</dcterms:created>
  <dcterms:modified xsi:type="dcterms:W3CDTF">2026-03-11T12:49:09Z</dcterms:modified>
</cp:coreProperties>
</file>